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 Obsidian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풀 CSL(citeproc) 스타일 · 온톨로지 검색확장 · 모바일 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옵션: LLM 자동 요약(OA는 전문 기반) + MeSH 태그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30개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(OA는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경고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메타데이터 가져오기와 인용 그래프(OpenAlex)뿐.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온톨로지 팩(JSON)으로 장착. IS_A 계층·동의어 링크 지원. PubMed 추가 시 MeSH 태그는 기본.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