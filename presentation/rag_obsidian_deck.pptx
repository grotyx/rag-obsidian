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Academic Paper</a:t>
            </a:r>
          </a:p>
          <a:p>
            <a:pPr algn="l">
              <a:lnSpc>
                <a:spcPts val="4800"/>
              </a:lnSpc>
            </a:pPr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Citation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Ollama면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v0.4.12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온톨로지 검색확장 · 모바일 QA · 대용량 색인 엔진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v0.4.12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MeSH 태그 자동 · 옵션: LLM 요약(PMC 전문 기반)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33개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(PMC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확인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외부 조회(메타데이터·PubMed·OpenAlex·CSL 스타일)와 클라우드 LLM·임베딩 호출뿐.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MeSH 태그는 PubMed 추가 시 자동. SNOMED 등은 라이선스상 직접 JSON 팩으로 변환해 장착(노트 태깅·IS_A·동의어). 검색 확장 연동은 로드맵.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