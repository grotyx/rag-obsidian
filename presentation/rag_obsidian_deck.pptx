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통합검증, 실제 API·데이터로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 (실패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 발굴 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122" y="2963661"/>
            <a:ext cx="108764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단계별 검증 분포</a:t>
            </a:r>
          </a:p>
        </p:txBody>
      </p:sp>
      <p:pic>
        <p:nvPicPr>
          <p:cNvPr id="22" name="Picture 21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274557"/>
            <a:ext cx="10876422" cy="248867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쓰는 법은 여섯 동작이 전부다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756653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75665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논문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7722" y="1756653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4882" y="1756653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Cmd+P → 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602" y="1637781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DOI·PMID 붙여넣기 → References/에 노트 자동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332725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45159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4515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332725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77722" y="2451597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4882" y="2451597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2602" y="2332725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키워드로 PubMed 검색 → 골라서 한 번에 서재로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027669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146541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1465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027669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77722" y="3146541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4882" y="3146541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602" y="3027669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서재를 단어+뜻 하이브리드로, 저자·연도 필터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3722613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3841485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384148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3722613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7722" y="3841485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4882" y="3841485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2602" y="3722613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[n] 달린 답 — [n] 클릭하면 원문 노트로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3122" y="4417557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64290" y="4536429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290" y="453642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8922" y="4417557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77722" y="4536429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4882" y="4536429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2602" y="4417557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골라 [@citekey] 자동완성 삽입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3122" y="5112501"/>
            <a:ext cx="1087642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4290" y="5231373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290" y="523137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8922" y="5112501"/>
            <a:ext cx="17830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177722" y="5231373"/>
            <a:ext cx="4526280" cy="365760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14882" y="5231373"/>
            <a:ext cx="4251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32602" y="5112501"/>
            <a:ext cx="346978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저널 스타일 자동 — 노트에 csl: 한 줄이면 교체 (1만+ 스타일 자동 다운로드)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Cmd+P 한 곳에서 — 처음 딱 한 번 “Rebuild search index”로 색인만 만들어 두면 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