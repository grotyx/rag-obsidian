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 Obsidian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옵션: LLM 자동 요약(OA는 전문 기반) + MeSH 태그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(OA는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경고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메타데이터 가져오기와 인용 그래프(OpenAlex)뿐.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