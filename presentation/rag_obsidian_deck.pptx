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RAG Obsidian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단어 + 뜻 + 메타데이터를 한 번에 —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v0.4.0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향후: 풀 CSL(citeproc) 스타일 · 온톨로지 검색확장 · 모바일 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v0.4.0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 채우는 법 — 네 가지 입구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DOI·PMID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“Add reference by DOI / PMID / arXiv”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붙여넣기 → References/에 노트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제목·저자·연도·초록까지 자동으로 채워진다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PubMed 검색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PubMed and add references”  (리본: 돋보기)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키워드 검색 → 체크해서 한 번에 추가.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옵션: LLM 자동 요약(OA는 전문 기반) + MeSH 태그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PDF 던져넣기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PDF into library”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PDF에서 텍스트·DOI를 찾아 메타데이터 자동 인식.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식별자 없으면 LLM이 제목·저자를 추출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Zotero·EndNote 이관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“Import references (BibTeX / RIS / CSL-JSON)”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서재를 내보내기 파일로 한 번에 가져온다.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중복은 자동으로 건너뜀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넣는 방법이 무엇이든 결과는 같다 — 노트 하나. 처음 한 번만 “Rebuild search index”.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TO USE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찾고, 묻고, 쓰는 법 — 매일 쓰는 네 가지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팔레트 = Cmd/Ctrl+P · 'RAG'만 쳐도 전부 검색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37781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290" y="1889241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290" y="1889241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8922" y="1637781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뜻으로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69162" y="1820661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6322" y="1820661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“Search library (semantic)”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2" y="1637781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단어+뜻 하이브리드 — 'MI'로 'myocardial infarction'도 잡힌다.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저자·연도·저널 필터 병행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122" y="2625333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4290" y="2876793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290" y="2876793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8922" y="2625333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69162" y="2808213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322" y="2808213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“Chat with library”  (리본: 말풍선)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4002" y="2625333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서재 구절만 근거로 답하고 문장마다 [n].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[n] 클릭 → 원문 노트로 이동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3122" y="3612885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4290" y="3864345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290" y="3864345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8922" y="3612885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글 쓰며 인용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9162" y="3795765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6322" y="3795765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본문에서  @  입력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04002" y="3612885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제목·저자로 검색해 [@citekey] 삽입.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읽기 화면에선 (Park, 2022)·[1] 같은 서식 인용으로 렌더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3122" y="4600437"/>
            <a:ext cx="10876422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4290" y="4851897"/>
            <a:ext cx="365760" cy="36576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4290" y="485189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922" y="4600437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참고문헌 생성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9162" y="4783317"/>
            <a:ext cx="4206240" cy="502920"/>
          </a:xfrm>
          <a:prstGeom prst="roundRect">
            <a:avLst>
              <a:gd name="adj" fmla="val 12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6322" y="4783317"/>
            <a:ext cx="3931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“Update bibliography in current note”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04002" y="4600437"/>
            <a:ext cx="365266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References를 저널 스타일로 자동 생성.</a:t>
            </a:r>
          </a:p>
          <a:p>
            <a:pPr algn="l">
              <a:lnSpc>
                <a:spcPts val="1500"/>
              </a:lnSpc>
              <a:spcBef>
                <a:spcPts val="200"/>
              </a:spcBef>
            </a:pPr>
            <a:r>
              <a:rPr sz="115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노트에 csl: 한 줄로 저널 교체 — 1만+ 스타일 자동 다운로드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 → 검색 → 질문 → 인용 → 참고문헌, 전부 Cmd+P 안에서.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MORE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추가부터 투고까지, 연구 워크플로 전체를 덮는다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명령 30개 · 전부 Cmd+P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내보내기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lock-in 0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BibTeX/RIS/CSL-JSON로
언제든 통째로 도로
가져갈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SUMMARIZE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요약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 + MeSH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추가 시 자동 요약·MeSH
(OA는 전문 기반)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투고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원고 컴파일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[@키] 전부 풀어
인용+참고문헌 완성본
(Pandoc-ready)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CURATE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관리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서재 위생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철회 경고 · 중복 정리
읽기 큐 · OA PDF 다운로드
PDF 하이라이트 추출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lock-in 0 (언제든 내보내기) — 들어온 뒤엔 읽기·쓰기·투고까지 한 앱에서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①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Zotero랑 뭐가 다른가요?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Zotero는 별도 앱+별도 DB. 여기선 글 쓰는 Obsidian 노트 자체가 서지 DB라 한 곳에서 끝나고, AI 근거 검색이 기본 내장.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오프라인에서도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검색·색인은 전부 로컬. 임베딩도 로컬(Ollama) 가능. 네트워크는 메타데이터 가져오기와 인용 그래프(OpenAlex)뿐.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데이터는 어디에 저장되나요?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전부 내 vault 안 평문 마크다운. 외부 서버 없음 — 내가 키를 넣은 LLM 호출만 예외.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APPENDIX ·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자주 나올 질문 ②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656069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656069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SNOMED·MeSH 같은 의학 용어체계도 되나요?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온톨로지 팩(JSON)으로 장착. IS_A 계층·동의어 링크 지원. PubMed 추가 시 MeSH 태그는 기본.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122" y="3221736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8882" y="3221736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수천 편짜리 큰 서재도 버티나요?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수백~수천 편 타깃. 색인이 인메모리라 아주 큰 vault는 추후 sqlite-vec 교체 예정.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4787402"/>
            <a:ext cx="10876422" cy="1364498"/>
          </a:xfrm>
          <a:prstGeom prst="roundRect">
            <a:avLst>
              <a:gd name="adj" fmla="val 6000"/>
            </a:avLst>
          </a:prstGeom>
          <a:noFill/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882" y="4787402"/>
            <a:ext cx="10144902" cy="136449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Q.  </a:t>
            </a: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가짜 인용(환각)은 정말 없나요?</a:t>
            </a:r>
          </a:p>
          <a:p>
            <a:pPr algn="l">
              <a:lnSpc>
                <a:spcPts val="1700"/>
              </a:lnSpc>
              <a:spcBef>
                <a:spcPts val="600"/>
              </a:spcBef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A.  </a:t>
            </a:r>
            <a:r>
              <a:rPr sz="125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답을 서재 구절에만 근거하게 강제하고 [n]은 실제 노트에 연결. 근거 없으면 "근거 없음"이라 답하게 설계.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