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19456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1945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RESEARCH 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000"/>
              </a:lnSpc>
            </a:pPr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RAG Obsidian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서재가 답하는 AI 서지관리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네이티브 · 로컬 우선 · 인용 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서재는 늘어나는데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답에는 출처가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Obsidian은 노트를 찾아주지만, 어느 논문·어느 구절인지는 말해주지 않는다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플러그인과 AI 플러그인은 서로를 모른다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Obsidian community plugins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생태계는 두 세계로 갈라져 있다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서지: Citation·Zotero·ZotLit — 키워드뿐, Zotero 의존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AI: Smart Connections·Copilot·Khoj — 서지 모름, 노트 단위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교집합(의미검색+메타데이터+구절 인용)은 비어 있음</a:t>
            </a:r>
          </a:p>
        </p:txBody>
      </p:sp>
      <p:pic>
        <p:nvPicPr>
          <p:cNvPr id="10" name="Picture 9" descr="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9842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둘 다 반쪽 — 서지는 AI가 없고, AI는 서지를 모른다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둘을 잇는 다리는 아무도 안 놓았다 — 그게 빈틈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0075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메타데이터 패싯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마크다운이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데이터베이스다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 · CSL-JSON frontmatter · Zotero 없이, 백엔드 없이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장으로 보는 구조: 노트 → 색인 → 근거 답변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RAG Obsidian v0.1.0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10349"/>
            <a:ext cx="1087642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데이터 흐름 — 입력에서 근거 답변까지</a:t>
            </a:r>
          </a:p>
        </p:txBody>
      </p:sp>
      <p:pic>
        <p:nvPicPr>
          <p:cNvPr id="10" name="Picture 9" descr="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22" y="1976109"/>
            <a:ext cx="10876422" cy="38973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네 가지가 한 플러그인에: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3122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CSL-JSON 노트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2520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하이브리드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BM25+벡터
메타데이터 필터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1918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[n]
→ 서식 인용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71315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생성 · 온톨로지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IT WORKS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싼 것부터 — 하이브리드, 필요하면 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Orama 하이브리드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Tier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하이브리드(BM25+벡터) + frontmatter 패싯 — 로컬, LLM 비용 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F2F0EB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Tier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그래프 1-hop 확장 — 무료·구조화, GraphRAG-lite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D4E9E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Tier 2+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선택: 재랭킹 · 온톨로지 IS_A 확장 (필요할 때만)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개인 서재엔 풀 GraphRAG 과함 — 인용엣지가 더 싸고 정확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IT WORKS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referenced_works로
서재의 인용 지형을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논문끼리 인용하는 엣지 (2015→1997·1998)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공동 인용(coupling)으로 비슷한 논문 묶기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≥2회 인용하지만 없는 논문 = 놓친 논문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실데이터: 보유 4편 → 놓친 논문 10편 (LLM 비용 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IT WORKS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구절 단위 출처와 함께 나온다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 → 관련 구절 top-K 회수 (서재 안에서만)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F2F0EB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[n] 앵커로 인용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D4E9E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APA/Vancouver/Plain 서식 출처 (클릭→노트)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Anthropic·OpenAI·Ollama 교체 가능 — 답은 항상 서재에 근거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40개 통합검증 — 실 API·실데이터로 전부 통과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npm test · 통합 하니스 40 checks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562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통합검증 통과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960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0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백엔드/서버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1918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3358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3358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놓친 논문(실데이터)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1315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62755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19p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2755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 PDF 추출 · 72K자</a:t>
            </a:r>
          </a:p>
        </p:txBody>
      </p:sp>
      <p:pic>
        <p:nvPicPr>
          <p:cNvPr id="21" name="Picture 20" descr="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22" y="3027669"/>
            <a:ext cx="10876422" cy="2488673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live Crossref·PubMed·OpenAlex + Orama + pdfjs 실검증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0에서 5까지, 각 단계가 독립적으로 쓸모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v0.1.0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향후: 풀 CSL(citeproc) · 온톨로지 검색확장 · 모바일 QA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백엔드 없이, 근거와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3122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5652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8183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서재가 곧 검색엔진이고, 답은 늘 출처와 함께 — RAG Obsidian v0.1.0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400"/>
              </a:spcBef>
            </a:pPr>
            <a:r>
              <a:rPr sz="1200" b="0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