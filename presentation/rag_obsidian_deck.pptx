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1014984"/>
            <a:ext cx="2697480" cy="44805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14984"/>
            <a:ext cx="26974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OBSIDIAN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5617"/>
            <a:ext cx="1124282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8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Academic Paper</a:t>
            </a:r>
          </a:p>
          <a:p>
            <a:pPr algn="l">
              <a:lnSpc>
                <a:spcPts val="48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Citation Manager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437503"/>
            <a:ext cx="1645920" cy="4572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704874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 spc="-20">
                <a:solidFill>
                  <a:srgbClr val="2B5148"/>
                </a:solidFill>
                <a:latin typeface="Pretendard"/>
                <a:ea typeface="Pretendard"/>
                <a:cs typeface="Pretendard"/>
              </a:rPr>
              <a:t>내 논문 서재가 그대로 AI 검색엔진이 된다</a:t>
            </a:r>
          </a:p>
          <a:p>
            <a:pPr algn="l">
              <a:spcBef>
                <a:spcPts val="400"/>
              </a:spcBef>
            </a:pPr>
            <a:r>
              <a:rPr sz="1500" b="0" i="0" spc="-15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Obsidian 위에서 · 내 컴퓨터 안에서 · 답은 늘 출처와 함께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5371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분당서울대학교병원 정형외과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40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800" b="1" i="0" spc="-28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박상민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연구실 세미나  |  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OPENING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답은 술술 나오는데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출처가 가짜다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AI에 물으면 그럴듯한 답 — 인용은 지어낸 것. 정작 내 서재는 뜻으로 못 뒤진다.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AI는 출처를 지어내고, 내 노트는 뜻으로 못 찾는다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882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 챗봇에 물으면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882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답은 그럴듯한데
인용이 가짜다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882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없는 DOI를 지어내고, 출처를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9934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5694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5694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노트·PDF를 뒤지면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5694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단어가 같아야
겨우 찾힌다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5694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뜻이 같아도 표현이 다르면 놓친다 — 의미로 못 찾는다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필요한 건 — 내 서재 안에서, 뜻으로 찾아, 진짜 출처와 함께 답하는 도구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THE IDEA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논문 서재가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곧 검색엔진이다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논문 1편 = 노트 1개. 그 노트들이 그대로 AI가 답하는 근거가 된다 — Zotero도, 서버도 없이.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한 개가 곧 데이터베이스의 한 줄이다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References/ 폴더의 마크다운 노트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6126480" cy="39319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442" y="1857237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References / </a:t>
            </a: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7442" y="2296149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3162" y="2460741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Deep learning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author: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 Y · Bengio Y · Hinton 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issued: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2015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container-title: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Nature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DOI: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type: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article-journal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7442" y="4563861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162" y="4691877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Abstract</a:t>
            </a:r>
          </a:p>
          <a:p>
            <a:pPr algn="l">
              <a:lnSpc>
                <a:spcPts val="1600"/>
              </a:lnSpc>
              <a:spcBef>
                <a:spcPts val="200"/>
              </a:spcBef>
            </a:pPr>
            <a:r>
              <a:rPr sz="1200" b="0" i="1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Deep learning lets computational models learn representations of data with multiple levels of abstraction…</a:t>
            </a:r>
          </a:p>
        </p:txBody>
      </p:sp>
      <p:sp>
        <p:nvSpPr>
          <p:cNvPr id="15" name="Oval 14"/>
          <p:cNvSpPr/>
          <p:nvPr/>
        </p:nvSpPr>
        <p:spPr>
          <a:xfrm>
            <a:off x="7164506" y="172922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64506" y="172922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2290" y="167435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파일 이름 = 인용키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 한 개 = 논문 한 편</a:t>
            </a:r>
          </a:p>
        </p:txBody>
      </p:sp>
      <p:sp>
        <p:nvSpPr>
          <p:cNvPr id="18" name="Oval 17"/>
          <p:cNvSpPr/>
          <p:nvPr/>
        </p:nvSpPr>
        <p:spPr>
          <a:xfrm>
            <a:off x="7164506" y="305510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4506" y="305510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2290" y="300023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맨 위 = 메타데이터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저자·연도·DOI를 표준 형식(CSL-JSON)으로. EndNote가 숨겨 두는 걸 사람이 읽는 평문으로.</a:t>
            </a:r>
          </a:p>
        </p:txBody>
      </p:sp>
      <p:sp>
        <p:nvSpPr>
          <p:cNvPr id="21" name="Oval 20"/>
          <p:cNvSpPr/>
          <p:nvPr/>
        </p:nvSpPr>
        <p:spPr>
          <a:xfrm>
            <a:off x="7164506" y="438098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4506" y="438098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2290" y="432611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본문 = 검색·채팅이 읽는 글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초록·메모·메인 텍스트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이 평범한 .md 파일 하나 = 데이터베이스의 한 줄. 플러그인을 지워도 내 데이터는 남는다.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한 번이면 출처 달린 답까지 간다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실제 사용 흐름 예시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63773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63773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850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 붙여넣기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714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9154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5048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7384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88035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8035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7112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자동 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1976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3416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제목·저자·초록 자동 채움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9309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11646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2296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2296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1374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6238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67677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“표현 학습이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뭐였지?”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3571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35907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36558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36558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5635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출처 달린 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0499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91939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“…계층적 표현을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학습한다 [1]”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[1] LeCun 2015 → 노트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→ 노트 → 질문 → 출처 달린 답. 서버 없이, 내 컴퓨터 안에서 한 흐름으로.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한 플러그인 안에 네 가지: 서재·검색·채팅·그래프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 대체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DOI/PMID/arXiv
→ 마크다운 노트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단어+뜻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하이브리드
+ 메타데이터 필터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채팅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기반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구절 인용 [n]
→ 서식 출처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관련 ·
놓친 논문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추가로: PDF 임포트 · @인용 자동완성 · 참고문헌 자동생성 · 온톨로지(분류체계) 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검색은 단어와 뜻을 함께 본다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하이브리드 검색 · 임베딩 provider 3종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정확한 용어 매칭 — 똑똑해진 Ctrl+F (BM25)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뜻으로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의미가 가까우면 매칭 — 'MI'로 검색해도 'myocardial infarction'을 찾음 (벡터 임베딩)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+ 필터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저자·연도·저널로 좁히기 (노트 맨 위 메타데이터)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 + 뜻 + 메타데이터를 한 번에 — Ollama면 전부 로컬·무료. 필요하면 인용 그래프로 확장.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채팅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모든 답은 내 서재의 진짜 구절을 인용한다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근거 기반(RAG) 채팅 파이프라인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① 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질문 → 내 서재에서 관련 구절만 회수 (서재 밖은 보지 않음)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② 근거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LLM이 그 구절로만 답하고, 문장마다 [n] 표시 — 출처 없는 주장 금지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③ 인용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[n] → APA·Vancouver 서식으로, 클릭하면 원문 노트로 이동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슬라이드 2의 '가짜 인용' 문제 해결 — 모든 [n]은 내 서재의 진짜 구절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그래프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인용 그래프가 '내가 놓친 논문'을 찾아준다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테스트 vault 4편 · OpenAlex (2.5억 편) 라이브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122" y="1656069"/>
            <a:ext cx="56557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200" b="1" i="0" spc="-2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 인용 데이터로
서재의 '인용 지도'를 그린다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내 논문들이 서로 인용하는 관계 = 지도의 선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여러 번 인용되는데 내겐 없는 논문 = 놓친 논문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다음에 뭘 읽을지 — LLM 비용 0으로</a:t>
            </a:r>
          </a:p>
        </p:txBody>
      </p:sp>
      <p:pic>
        <p:nvPicPr>
          <p:cNvPr id="10" name="Picture 9" descr="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182" y="1564629"/>
            <a:ext cx="3984752" cy="3383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실데이터: 4편만 넣어도 핵심 누락 논문 9편 자동 발굴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WHY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서지 도구도 AI 도구도 못 하던 일을 한 번에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Smart Connections 5.1k★ · Copilot 7.1k★ · Citation 1.3k★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3122" y="1656069"/>
          <a:ext cx="10876422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528194"/>
                <a:gridCol w="2528194"/>
                <a:gridCol w="252819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서지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AI/RAG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RAG Obsidian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의미(뜻) 검색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저자·연도 필터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구절 단위 인용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 (노트 단위)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서식 참고문헌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인용 그래프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Zotero 불필요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Phase 0부터 5까지, 각 단계가 따로도 쓸모 있다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v0.4.7 · github.com/grotyx/rag-obsidian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7442" y="3622029"/>
            <a:ext cx="10327782" cy="2286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685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48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서지관리
DOI→노트</a:t>
            </a:r>
          </a:p>
        </p:txBody>
      </p:sp>
      <p:sp>
        <p:nvSpPr>
          <p:cNvPr id="13" name="Oval 12"/>
          <p:cNvSpPr/>
          <p:nvPr/>
        </p:nvSpPr>
        <p:spPr>
          <a:xfrm>
            <a:off x="2902415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80039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4319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 검색
Orama</a:t>
            </a:r>
          </a:p>
        </p:txBody>
      </p:sp>
      <p:sp>
        <p:nvSpPr>
          <p:cNvPr id="16" name="Oval 15"/>
          <p:cNvSpPr/>
          <p:nvPr/>
        </p:nvSpPr>
        <p:spPr>
          <a:xfrm>
            <a:off x="496797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559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987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채팅</a:t>
            </a:r>
          </a:p>
        </p:txBody>
      </p:sp>
      <p:sp>
        <p:nvSpPr>
          <p:cNvPr id="19" name="Oval 18"/>
          <p:cNvSpPr/>
          <p:nvPr/>
        </p:nvSpPr>
        <p:spPr>
          <a:xfrm>
            <a:off x="703352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115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543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PDF
임포트</a:t>
            </a:r>
          </a:p>
        </p:txBody>
      </p:sp>
      <p:sp>
        <p:nvSpPr>
          <p:cNvPr id="22" name="Oval 21"/>
          <p:cNvSpPr/>
          <p:nvPr/>
        </p:nvSpPr>
        <p:spPr>
          <a:xfrm>
            <a:off x="9099084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76708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988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인용
그래프</a:t>
            </a:r>
          </a:p>
        </p:txBody>
      </p:sp>
      <p:sp>
        <p:nvSpPr>
          <p:cNvPr id="25" name="Oval 24"/>
          <p:cNvSpPr/>
          <p:nvPr/>
        </p:nvSpPr>
        <p:spPr>
          <a:xfrm>
            <a:off x="1116464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4226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9654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작성 지원
참고문헌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향후: 온톨로지 검색확장 · 모바일 QA · 대용량 색인 엔진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GET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시작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282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Obsidian 설치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2084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0996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8156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RAG Obsidian
플러그인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9959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18871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031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임베딩·LLM 키 설정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94642" y="3777477"/>
            <a:ext cx="9413382" cy="960120"/>
          </a:xfrm>
          <a:prstGeom prst="roundRect">
            <a:avLst>
              <a:gd name="adj" fmla="val 10000"/>
            </a:avLst>
          </a:prstGeom>
          <a:noFill/>
          <a:ln w="2222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4642" y="3923781"/>
            <a:ext cx="941338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코드 · 문서 · 이슈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4642" y="4234677"/>
            <a:ext cx="94133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 i="0" spc="-2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122" y="4920477"/>
            <a:ext cx="108764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현재 v0.4.7 · 개발 빌드로 사용 중 · 공개 배포 예정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— 내 서재가 답하기 시작한다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 채우는 법 — 네 가지 입구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DOI·PMID 추가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“Add reference by DOI / PMID / arXiv”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붙여넣기 → References/에 노트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제목·저자·연도·초록까지 자동으로 채워진다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PubMed 검색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PubMed and add references”  (리본: 돋보기)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키워드 검색 → 체크해서 한 번에 추가.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MeSH 태그 자동 · 옵션: LLM 요약(PMC 전문 기반)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PDF 던져넣기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PDF into library”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PDF에서 텍스트·DOI를 찾아 메타데이터 자동 인식.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없으면 LLM이 제목·저자를 추출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Zotero·EndNote 이관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references (BibTeX / RIS / CSL-JSON)”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기존 서재를 내보내기 파일로 한 번에 가져온다.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중복은 자동으로 건너뜀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넣는 방법이 무엇이든 결과는 같다 — 노트 하나. 처음 한 번만 “Rebuild search index”.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찾고, 묻고, 쓰는 법 — 매일 쓰는 네 가지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뜻으로 검색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library (semantic)”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단어+뜻 하이브리드 — 'MI'로 'myocardial infarction'도 잡힌다.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저자·연도·저널 필터 병행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“Chat with library”  (리본: 말풍선)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서재 구절만 근거로 답하고 문장마다 [n].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[n] 클릭 → 원문 노트로 이동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글 쓰며 인용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본문에서  @  입력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제목·저자로 검색해 [@citekey] 삽입.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읽기 화면에선 (Park, 2022)·[1] 같은 서식 인용으로 렌더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참고문헌 생성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“Update bibliography in current note”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References를 저널 스타일로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노트에 csl: 한 줄로 저널 교체 — 1만+ 스타일 자동 다운로드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 → 검색 → 질문 → 인용 → 참고문헌, 전부 Cmd+P 안에서.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MORE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추가부터 투고까지, 연구 워크플로 전체를 덮는다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33개 · 전부 Cmd+P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EXPORT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내보내기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lock-in 0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BibTeX/RIS/CSL-JSON로
언제든 통째로 도로
가져갈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SUMMARIZE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요약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 + MeSH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추가 시 자동 요약·MeSH
(PMC 전문 기반)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WRITE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투고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원고 컴파일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[@키] 전부 풀어
인용+참고문헌 완성본
(Pandoc-ready)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CURATE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관리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서재 위생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철회 확인 · 중복 정리
읽기 큐 · OA PDF 다운로드
PDF 하이라이트 추출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lock-in 0 (언제든 내보내기) — 들어온 뒤엔 읽기·쓰기·투고까지 한 앱에서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 없이, 서버 없이, 늘 출처와 함께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40123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40123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OWN YOUR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마크다운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= 내 DB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평문·git·로컬 우선
플러그인보다 오래 남음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65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3265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265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GROUNDED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709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근거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구절 인용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출처 없는 답 없음
서식 참고문헌까지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8183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2518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518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GRAPH-LITE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9623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놓친 논문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OpenAlex 인용엣지
LLM 비용 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서재가 곧 검색엔진이고, 답은 늘 출처와 함께 — RAG Obsidian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①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Zotero랑 뭐가 다른가요?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Zotero는 별도 앱+별도 DB. 여기선 글 쓰는 Obsidian 노트 자체가 서지 DB라 한 곳에서 끝나고, AI 근거 검색이 기본 내장.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오프라인에서도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검색·색인은 전부 로컬. 임베딩도 로컬(Ollama) 가능. 네트워크는 외부 조회(메타데이터·PubMed·OpenAlex·CSL 스타일)와 클라우드 LLM·임베딩 호출뿐.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데이터는 어디에 저장되나요?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전부 내 vault 안 평문 마크다운. 외부 서버 없음 — 내가 키를 넣은 LLM 호출만 예외.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②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SNOMED·MeSH 같은 의학 용어체계도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MeSH 태그는 PubMed 추가 시 자동. SNOMED 등은 라이선스상 직접 JSON 팩으로 변환해 장착(노트 태깅·IS_A·동의어). 검색 확장 연동은 로드맵.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수천 편짜리 큰 서재도 버티나요?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수백~수천 편 타깃. 색인이 인메모리라 아주 큰 vault는 추후 sqlite-vec 교체 예정.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가짜 인용(환각)은 정말 없나요?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답을 서재 구절에만 근거하게 강제하고 [n]은 실제 노트에 연결. 근거 없으면 "근거 없음"이라 답하게 설계.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642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 spc="-18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박상민  ·  분당서울대학교병원 정형외과</a:t>
            </a:r>
          </a:p>
          <a:p>
            <a:pPr algn="ctr">
              <a:spcBef>
                <a:spcPts val="5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