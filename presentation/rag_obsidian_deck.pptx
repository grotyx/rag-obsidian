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0075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40개 통합검증, 실제 API·데이터로 전부 통과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npm test · 통합 하니스 40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562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통합검증 통과 (실패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960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0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백엔드/서버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1918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3358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3358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놓친 논문 발굴 (실데이터)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1315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2755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755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 PDF 추출 · 72K자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122" y="2963661"/>
            <a:ext cx="108764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단계별 검증 분포</a:t>
            </a:r>
          </a:p>
        </p:txBody>
      </p:sp>
      <p:pic>
        <p:nvPicPr>
          <p:cNvPr id="22" name="Picture 21" descr="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3274557"/>
            <a:ext cx="10876422" cy="2488673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live Crossref·PubMed·OpenAlex + Orama + pdfjs 실검증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쓰는 법은 다섯 동작이 전부다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01789"/>
            <a:ext cx="10876422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5723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5723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701789"/>
            <a:ext cx="1783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논문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7722" y="1820661"/>
            <a:ext cx="4526280" cy="438912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4882" y="1820661"/>
            <a:ext cx="4251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Cmd+P → 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602" y="1701789"/>
            <a:ext cx="346978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DOI·PMID 붙여넣기 → References/에 노트 자동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479029"/>
            <a:ext cx="10876422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63447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63447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479029"/>
            <a:ext cx="1783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77722" y="2597901"/>
            <a:ext cx="4526280" cy="438912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4882" y="2597901"/>
            <a:ext cx="4251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2602" y="2479029"/>
            <a:ext cx="346978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검색, 저자·연도로 좁히기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256269"/>
            <a:ext cx="10876422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41171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41171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256269"/>
            <a:ext cx="1783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77722" y="3375141"/>
            <a:ext cx="4526280" cy="438912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4882" y="3375141"/>
            <a:ext cx="4251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602" y="3256269"/>
            <a:ext cx="346978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[n] 달린 답 — [n] 클릭하면 원문 노트로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033509"/>
            <a:ext cx="10876422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18895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18895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033509"/>
            <a:ext cx="1783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77722" y="4152381"/>
            <a:ext cx="4526280" cy="438912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4882" y="4152381"/>
            <a:ext cx="4251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32602" y="4033509"/>
            <a:ext cx="346978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골라 [@citekey] 자동완성 삽입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3122" y="4810749"/>
            <a:ext cx="10876422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64290" y="4966197"/>
            <a:ext cx="365760" cy="36576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290" y="49661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8922" y="4810749"/>
            <a:ext cx="1783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77722" y="4929621"/>
            <a:ext cx="4526280" cy="438912"/>
          </a:xfrm>
          <a:prstGeom prst="roundRect">
            <a:avLst>
              <a:gd name="adj" fmla="val 12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4882" y="4929621"/>
            <a:ext cx="4251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2602" y="4810749"/>
            <a:ext cx="346978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스타일(APA·Vancouver·CSL)로 자동 생성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Cmd+P 한 곳에서 — 처음 딱 한 번 “Rebuild search index”로 색인만 만들어 두면 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565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8183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