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통합검증, 실제 API·데이터로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 (실패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 발굴 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122" y="2963661"/>
            <a:ext cx="108764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단계별 검증 분포</a:t>
            </a:r>
          </a:p>
        </p:txBody>
      </p:sp>
      <p:pic>
        <p:nvPicPr>
          <p:cNvPr id="22" name="Picture 21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274557"/>
            <a:ext cx="10876422" cy="248867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