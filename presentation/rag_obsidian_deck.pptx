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2520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1918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1315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0075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40개 통합검증, 실제 API·데이터로 전부 통과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npm test · 통합 하니스 40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562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통합검증 통과 (실패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960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0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백엔드/서버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1918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3358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3358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놓친 논문 발굴 (실데이터)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1315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2755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755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 PDF 추출 · 72K자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122" y="2963661"/>
            <a:ext cx="108764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단계별 검증 분포</a:t>
            </a:r>
          </a:p>
        </p:txBody>
      </p:sp>
      <p:pic>
        <p:nvPicPr>
          <p:cNvPr id="22" name="Picture 21" descr="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2" y="3274557"/>
            <a:ext cx="10876422" cy="2488673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live Crossref·PubMed·OpenAlex + Orama + pdfjs 실검증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쓰는 법은 여섯 동작이 전부다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756653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75665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논문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77722" y="1756653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4882" y="1756653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Cmd+P → 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602" y="1637781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DOI·PMID 붙여넣기 → References/에 노트 자동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332725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451597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4515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332725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77722" y="2451597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4882" y="2451597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2602" y="2332725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키워드로 PubMed 검색 → 골라서 한 번에 서재로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027669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146541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1465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027669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77722" y="3146541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4882" y="3146541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602" y="3027669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서재를 단어+뜻 하이브리드로, 저자·연도 필터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3722613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3841485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384148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3722613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77722" y="3841485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4882" y="3841485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32602" y="3722613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[n] 달린 답 — [n] 클릭하면 원문 노트로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3122" y="4417557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64290" y="4536429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290" y="453642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8922" y="4417557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77722" y="4536429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14882" y="4536429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2602" y="4417557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골라 [@citekey] 자동완성 삽입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3122" y="5112501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4290" y="5231373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4290" y="523137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8922" y="5112501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177722" y="5231373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14882" y="5231373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32602" y="5112501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저널 스타일 자동 — 노트에 csl: 한 줄이면 교체 (1만+ 스타일 자동 다운로드)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Cmd+P 한 곳에서 — 처음 딱 한 번 “Rebuild search index”로 색인만 만들어 두면 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3122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MIGRATE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이관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Zotero·EndNote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
한 번에 가져오고
언제든 도로 내보내기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32520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PubMed 추가 시 자동 요약
(OA는 전문 기반)
+ 진짜 MeSH 태그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918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71315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경고 · 중복 정리
읽기 큐 · OA PDF 다운로드
PDF 하이라이트 추출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갈아타기 부담 0 (이관+내보내기)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565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8183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