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Ollama면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v0.4.11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온톨로지 검색확장 · 모바일 QA · 대용량 색인 엔진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v0.4.11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MeSH 태그 자동 · 옵션: LLM 요약(PMC 전문 기반)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33개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(PMC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확인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외부 조회(메타데이터·PubMed·OpenAlex·CSL 스타일)와 클라우드 LLM·임베딩 호출뿐.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